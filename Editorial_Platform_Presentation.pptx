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Platform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Dark Modern Minimalist Publishing Platform with MongoDB Session Auth, REST APIs &amp; React Vite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4206240"/>
            <a:ext cx="3108960" cy="1280160"/>
          </a:xfrm>
          <a:prstGeom prst="rect">
            <a:avLst/>
          </a:prstGeom>
          <a:solidFill>
            <a:srgbClr val="12121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43891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+ MongoDB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auth with MongoStore &amp; bcrypt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4206240"/>
            <a:ext cx="3108960" cy="1280160"/>
          </a:xfrm>
          <a:prstGeom prst="rect">
            <a:avLst/>
          </a:prstGeom>
          <a:solidFill>
            <a:srgbClr val="12121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43891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CSS, Glassmorphism &amp; Theme Toggle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63840" y="4206240"/>
            <a:ext cx="3108960" cy="1280160"/>
          </a:xfrm>
          <a:prstGeom prst="rect">
            <a:avLst/>
          </a:prstGeom>
          <a:solidFill>
            <a:srgbClr val="12121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43891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Public Sharing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Zero-config ngrok &amp; localtunnel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Goals &amp; 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common architectural pitfalls in modern web publishing platforms.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— Full-Stack Blog &amp; Publishing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029200" cy="4023360"/>
          </a:xfrm>
          <a:prstGeom prst="rect">
            <a:avLst/>
          </a:prstGeom>
          <a:solidFill>
            <a:srgbClr val="12121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 Addressed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Invalidation Risks: Stateless tokens cannot be securely invalidated immediately on logout without Redis/DB blocklists.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UI Clutter &amp; Bloat: Heavy card shadows, arbitrary gradients, and distracting elements harm reading comfort.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Author Data Leaks: Risk of exposing private drafts without strict user-level author isolation.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029200" cy="4023360"/>
          </a:xfrm>
          <a:prstGeom prst="rect">
            <a:avLst/>
          </a:prstGeom>
          <a:solidFill>
            <a:srgbClr val="12121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Architectural Solutions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56032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MongoDB Persistent Sessions: Server-side express-session with connect-mongo guarantees real-time session destruction.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Dark Modern Minimalist Aesthetics: Obsidian dark canvas, neon violet accents, and Plus Jakarta Sans typography.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Rich Authoring &amp; Reading: Live dual-pane markdown preview, floating Table of Contents, and Medium-style claps.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Technology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Decoupled MERN architecture with seamless reverse proxy relaying.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— Full-Stack Blog &amp; Publishing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291840" cy="4023360"/>
          </a:xfrm>
          <a:prstGeom prst="rect">
            <a:avLst/>
          </a:prstGeom>
          <a:solidFill>
            <a:srgbClr val="12121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Frontend Layer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(Port 5173)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18 with Vite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Router DOM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 (v3)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Lucide React Icons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AuthContext &amp; ThemeContext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ToastContext System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291840" cy="4023360"/>
          </a:xfrm>
          <a:prstGeom prst="rect">
            <a:avLst/>
          </a:prstGeom>
          <a:solidFill>
            <a:srgbClr val="12121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03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Backend API Layer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(Port 5000)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&amp; Express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express-session (connect-mongo)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 (10 salt rounds)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Multer image file handler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CORS &amp; Trust Proxy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requireAuth Middleware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291840" cy="4023360"/>
          </a:xfrm>
          <a:prstGeom prst="rect">
            <a:avLst/>
          </a:prstGeom>
          <a:solidFill>
            <a:srgbClr val="12121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03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Database &amp; Storage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(MongoDB)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74320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collection (indexed email)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 collection (compound index)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Sessions collection (TTL auto-purge)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Static /uploads file storage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Mongoose schemas &amp; validation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Authentication &amp; Security Deep-Dive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Preventing XSS and token leaks with httpOnly session cookies and bcrypt.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— Full-Stack Blog &amp; Publishing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029200" cy="4023360"/>
          </a:xfrm>
          <a:prstGeom prst="rect">
            <a:avLst/>
          </a:prstGeom>
          <a:solidFill>
            <a:srgbClr val="12121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Security Workflow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registers or logs in with email &amp; password.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Server salts &amp; hashes password with bcrypt (10 rounds).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Session is created in MongoDB; only req.session.userId is stored.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Server responds with httpOnly, sameSite: lax cookie (connect.sid).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Logout destroys session in MongoDB and erases cookie from browser.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029200" cy="4023360"/>
          </a:xfrm>
          <a:prstGeom prst="rect">
            <a:avLst/>
          </a:prstGeom>
          <a:solidFill>
            <a:srgbClr val="12121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Sessions Win Over JWT Here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56032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Server-Side Revocation: Banned or logged-out users lose access immediately.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Client-Side Secret Storage: No JWT tokens stored in localStorage vulnerable to XSS.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 Expiring Sessions: MongoStore TTL automatically clears inactive session documents.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Sensitive Data Stripping: User passwordHash is never sent to the client.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Post CRUD &amp; Public Feed APIs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user data isolation and optimized public retrieval endpoints.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— Full-Stack Blog &amp; Publishing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029200" cy="4023360"/>
          </a:xfrm>
          <a:prstGeom prst="rect">
            <a:avLst/>
          </a:prstGeom>
          <a:solidFill>
            <a:srgbClr val="12121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Reader Endpoints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 /api/posts/public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Returns all published stories across all authors. Supports query search (?search=...) and tag filter (?tag=...).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 /api/posts/public/:id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Public reader view for specific published post.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Author Population: Author name and email are populated while passwordHash is excluded.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029200" cy="4023360"/>
          </a:xfrm>
          <a:prstGeom prst="rect">
            <a:avLst/>
          </a:prstGeom>
          <a:solidFill>
            <a:srgbClr val="12121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Author Endpoints (requireAuth)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56032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 /api/posts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Returns ONLY the logged-in user's personal posts and drafts.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 /api/posts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Creates post attached to req.session.userId with Multer upload.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PUT &amp; DELETE /api/posts/:id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Verifies post.author === req.session.userId. Returns 403 Forbidden for any unauthorized attempt.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Modern Minimalist Design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 dark foundations, glowing neon accents, and Plus Jakarta Sans.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— Full-Stack Blog &amp; Publishing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291840" cy="4023360"/>
          </a:xfrm>
          <a:prstGeom prst="rect">
            <a:avLst/>
          </a:prstGeom>
          <a:solidFill>
            <a:srgbClr val="12121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 Glass Theme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Deep obsidian (#09090b)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Frosted glassmorphism panels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Ambient radial mesh glows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Plus Jakarta Sans &amp; Inter fonts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291840" cy="4023360"/>
          </a:xfrm>
          <a:prstGeom prst="rect">
            <a:avLst/>
          </a:prstGeom>
          <a:solidFill>
            <a:srgbClr val="12121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Neon Accents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Electric violet &amp; cyan highlights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Glowing active category pills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Hover card elevation &amp; zoom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Shimmering skeleton loaders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291840" cy="4023360"/>
          </a:xfrm>
          <a:prstGeom prst="rect">
            <a:avLst/>
          </a:prstGeom>
          <a:solidFill>
            <a:srgbClr val="12121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Animated Theme Toggle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5603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Dark &amp; Light switch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Rotating Sun/Moon icon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LocalStorage persistence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contrast &amp; accessible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Interactive Features &amp; Engagement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micro-interactions designed to make reading and writing enjoyable.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— Full-Stack Blog &amp; Publishing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029200" cy="4023360"/>
          </a:xfrm>
          <a:prstGeom prst="rect">
            <a:avLst/>
          </a:prstGeom>
          <a:solidFill>
            <a:srgbClr val="12121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 Experience Enhancements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Sticky Reading Progress Bar: Gradient glowing bar tracking scroll depth.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Floating TOC: Parses markdown headings (##, ###) with active section tracking.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Medium-Style Clap Button: Emits floating +1 particle animations on applause.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1-Click Share: Copy story link with animated checkmark and toast alert.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029200" cy="4023360"/>
          </a:xfrm>
          <a:prstGeom prst="rect">
            <a:avLst/>
          </a:prstGeom>
          <a:solidFill>
            <a:srgbClr val="12121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 Experience Enhancements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56032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Dual-Pane Markdown Preview: Write vs Live Preview tabs.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Drag &amp; Drop Cover Banner: Instant photo preview, replace, and removal.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Studio Analytics Cards: Total stories, published, drafts, and words written.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Tag Suggestion Chips: Quick-add popular topics with one click.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Sharing with ngrok &amp; localtunnel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Zero-config tunnel architecture with same-origin cookie protection.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— Full-Stack Blog &amp; Publishing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029200" cy="4023360"/>
          </a:xfrm>
          <a:prstGeom prst="rect">
            <a:avLst/>
          </a:prstGeom>
          <a:solidFill>
            <a:srgbClr val="12121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Single-Port Tunneling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Vite Reverse Proxy: Only port 5173 is exposed. Vite relays /api and /uploads to Express on port 5000.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Same-Origin Cookie Security: Browsers send session cookies because client and API share the tunnel domain.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Express Trust Proxy: app.set("trust proxy", 1) guarantees HTTPS headers are recognized over tunnels.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029200" cy="4023360"/>
          </a:xfrm>
          <a:prstGeom prst="rect">
            <a:avLst/>
          </a:prstGeom>
          <a:solidFill>
            <a:srgbClr val="12121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1-Click Launch Scripts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56032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Option A (localtunnel — Zero setup):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npm run share  (or double-click start-tunnel.bat)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Option B (Official ngrok):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ngrok http 5173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Friends can browse, register, write stories, and give claps in real-time!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 &amp; Security 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end-to-end verification of authentication barriers and data isolation.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— Full-Stack Blog &amp; Publishing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0515600" cy="4023360"/>
          </a:xfrm>
          <a:prstGeom prst="rect">
            <a:avLst/>
          </a:prstGeom>
          <a:solidFill>
            <a:srgbClr val="12121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 Suite (server/test_backend.js)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9875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1: Server Health Check returns 200 OK.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2: User signup hashes password with bcrypt; passwordHash is never exposed in response.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3: Session persistence verified via GET /api/auth/me.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4: Post creation with tags and published status.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5: Draft post creation and private visibility.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6 &amp; 7: User isolation check: User B cannot see User A's private drafts.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8: Security barrier: User B attempting to edit or delete User A's post returns 403 Forbidden.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9: Public feed filtering returns published stories only.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10 &amp; 11: Owner update and deletion.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12: Logout destroys session in MongoDB; subsequent requests return 401 Unauthorized.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scalable, production-ready, beautifully designed editorial platform.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— Full-Stack Blog &amp; Publishing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291840" cy="4023360"/>
          </a:xfrm>
          <a:prstGeom prst="rect">
            <a:avLst/>
          </a:prstGeom>
          <a:solidFill>
            <a:srgbClr val="12121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Auth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Server-side MongoDB sessions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bcrypt password hashing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author ownership checks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E2E test suite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291840" cy="4023360"/>
          </a:xfrm>
          <a:prstGeom prst="rect">
            <a:avLst/>
          </a:prstGeom>
          <a:solidFill>
            <a:srgbClr val="12121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Refined Visual Craft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Dark modern minimalist design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Animated theme toggle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dual-pane editor preview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Floating TOC &amp; progress bar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291840" cy="4023360"/>
          </a:xfrm>
          <a:prstGeom prst="rect">
            <a:avLst/>
          </a:prstGeom>
          <a:solidFill>
            <a:srgbClr val="12121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103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Publicly Shareable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5603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1-click ngrok &amp; localtunnel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Zero-config friend sharing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documentation guides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presentation deck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Editorial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Editorial: Modern Full-Stack Publishing Platform</dc:title>
  <dc:subject>PptxGenJS Presentation</dc:subject>
  <dc:creator>Antigravity</dc:creator>
  <cp:lastModifiedBy>Antigravity</cp:lastModifiedBy>
  <cp:revision>1</cp:revision>
  <dcterms:created xsi:type="dcterms:W3CDTF">2026-08-15T10:56:07Z</dcterms:created>
  <dcterms:modified xsi:type="dcterms:W3CDTF">2026-08-15T10:56:07Z</dcterms:modified>
</cp:coreProperties>
</file>